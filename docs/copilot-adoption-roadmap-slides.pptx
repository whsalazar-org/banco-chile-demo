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60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711"/>
    <p:restoredTop sz="94610"/>
  </p:normalViewPr>
  <p:slideViewPr>
    <p:cSldViewPr snapToGrid="0" snapToObjects="1">
      <p:cViewPr varScale="1">
        <p:scale>
          <a:sx n="125" d="100"/>
          <a:sy n="125" d="100"/>
        </p:scale>
        <p:origin x="168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91766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500121-CE98-B4E7-6B8C-3172B204AA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2433912"/>
            <a:ext cx="10905066" cy="199017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29895EB-2CA3-EE52-053A-E7B51B5D235C}"/>
              </a:ext>
            </a:extLst>
          </p:cNvPr>
          <p:cNvSpPr txBox="1"/>
          <p:nvPr/>
        </p:nvSpPr>
        <p:spPr>
          <a:xfrm>
            <a:off x="3840480" y="629920"/>
            <a:ext cx="5811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Implementation Roadmap</a:t>
            </a:r>
          </a:p>
        </p:txBody>
      </p:sp>
    </p:spTree>
    <p:extLst>
      <p:ext uri="{BB962C8B-B14F-4D97-AF65-F5344CB8AC3E}">
        <p14:creationId xmlns:p14="http://schemas.microsoft.com/office/powerpoint/2010/main" val="914866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5</Words>
  <Application>Microsoft Macintosh PowerPoint</Application>
  <PresentationFormat>Widescreen</PresentationFormat>
  <Paragraphs>4</Paragraphs>
  <Slides>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6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Hoja de ruta de adopción de Copilot</dc:title>
  <dc:subject>PptxGenJS Presentation</dc:subject>
  <dc:creator>Created by Marp</dc:creator>
  <cp:lastModifiedBy>William Salazar</cp:lastModifiedBy>
  <cp:revision>2</cp:revision>
  <dcterms:created xsi:type="dcterms:W3CDTF">2026-08-06T21:35:24Z</dcterms:created>
  <dcterms:modified xsi:type="dcterms:W3CDTF">2026-08-06T21:41:13Z</dcterms:modified>
</cp:coreProperties>
</file>