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 Encuadre de la sesión. La pregunta ya no es "¿deberíamos usar Copilot?" sino "¿cómo hacemos que la entrega asistida por IA sea auditable, de mínimo privilegio y revisable — con el mismo estándar que exigimos a los colaboradores humanos?"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 Esta es la tesis de toda la presentación. Copilot es un multiplicador de productividad, no un control de seguridad.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 El punto de control se desplaza. No se puede revisar cada token, así que en su lugar se restringe el entorno.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Patrones de Desarrollo Seguro con GitHub Copilot</dc:title>
  <dc:subject>PptxGenJS Presentation</dc:subject>
  <dc:creator>Created by Marp</dc:creator>
  <cp:lastModifiedBy>Created by Marp</cp:lastModifiedBy>
  <cp:revision>1</cp:revision>
  <dcterms:created xsi:type="dcterms:W3CDTF">2026-08-04T18:26:47Z</dcterms:created>
  <dcterms:modified xsi:type="dcterms:W3CDTF">2026-08-04T18:26:47Z</dcterms:modified>
</cp:coreProperties>
</file>